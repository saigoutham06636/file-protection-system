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2" r:id="rId4"/>
    <p:sldId id="258" r:id="rId5"/>
    <p:sldId id="260" r:id="rId6"/>
    <p:sldId id="261" r:id="rId7"/>
    <p:sldId id="263" r:id="rId8"/>
    <p:sldId id="265" r:id="rId9"/>
    <p:sldId id="270" r:id="rId10"/>
    <p:sldId id="271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47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https://www.benchpartner.com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https://www.benchpartner.com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https://media.cheggcdn.com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https://www.benchpartner.com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https://www.benchpartner.com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https://cyberpointsolution.com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https://cyberpointsolution.com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Fixed Point Representation</a:t>
            </a:r>
            <a:endParaRPr lang="en-US" sz="30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latin typeface="Optima" pitchFamily="34" charset="0"/>
                <a:ea typeface="Optima" pitchFamily="34" charset="-122"/>
              </a:rPr>
              <a:t>Ch. Sai Goutham</a:t>
            </a:r>
          </a:p>
          <a:p>
            <a:pPr algn="ctr"/>
            <a:r>
              <a:rPr lang="en-US" sz="1400" dirty="0">
                <a:latin typeface="Optima" pitchFamily="34" charset="0"/>
                <a:ea typeface="Optima" pitchFamily="34" charset="-122"/>
              </a:rPr>
              <a:t>23H51A6208</a:t>
            </a:r>
          </a:p>
          <a:p>
            <a:pPr algn="ctr"/>
            <a:r>
              <a:rPr lang="en-US" sz="1400" dirty="0">
                <a:latin typeface="Optima" pitchFamily="34" charset="0"/>
                <a:ea typeface="Optima" pitchFamily="34" charset="-122"/>
              </a:rPr>
              <a:t>CSC-A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Fixed Point Representation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522827" y="1354016"/>
            <a:ext cx="609834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Fixed point representation is a method to represent real numbers in binary form.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divides the number into two parts: the integer part and the fractional part.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representation is essential for many applications in computer systems.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10C622-19FC-AED9-A457-3EE61E4DB701}"/>
              </a:ext>
            </a:extLst>
          </p:cNvPr>
          <p:cNvSpPr txBox="1"/>
          <p:nvPr/>
        </p:nvSpPr>
        <p:spPr>
          <a:xfrm>
            <a:off x="1779563" y="260253"/>
            <a:ext cx="5141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IN" sz="2400" b="1" i="0" dirty="0">
                <a:solidFill>
                  <a:srgbClr val="273239"/>
                </a:solidFill>
                <a:effectLst/>
                <a:latin typeface="Optima"/>
              </a:rPr>
              <a:t>Representation of fixed point number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07671-2998-874D-C7F7-15FE8D192C04}"/>
              </a:ext>
            </a:extLst>
          </p:cNvPr>
          <p:cNvSpPr txBox="1"/>
          <p:nvPr/>
        </p:nvSpPr>
        <p:spPr>
          <a:xfrm>
            <a:off x="1048043" y="928468"/>
            <a:ext cx="8187397" cy="587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Fixed point number is represented in two ways:</a:t>
            </a:r>
          </a:p>
          <a:p>
            <a:endParaRPr lang="en-US" dirty="0"/>
          </a:p>
          <a:p>
            <a:r>
              <a:rPr lang="en-US" dirty="0"/>
              <a:t>a)Unsigned representation</a:t>
            </a:r>
          </a:p>
          <a:p>
            <a:endParaRPr lang="en-US" dirty="0"/>
          </a:p>
          <a:p>
            <a:r>
              <a:rPr lang="en-US" dirty="0"/>
              <a:t>b)Signed representation</a:t>
            </a:r>
          </a:p>
          <a:p>
            <a:endParaRPr lang="en-US" dirty="0"/>
          </a:p>
          <a:p>
            <a:pPr algn="just" rtl="0" fontAlgn="base">
              <a:spcAft>
                <a:spcPts val="750"/>
              </a:spcAft>
            </a:pPr>
            <a:r>
              <a:rPr lang="en-US" b="0" i="0" dirty="0">
                <a:solidFill>
                  <a:srgbClr val="273239"/>
                </a:solidFill>
                <a:effectLst/>
              </a:rPr>
              <a:t>Signed binary numbers (+</a:t>
            </a:r>
            <a:r>
              <a:rPr lang="en-US" b="0" i="0" dirty="0" err="1">
                <a:solidFill>
                  <a:srgbClr val="273239"/>
                </a:solidFill>
                <a:effectLst/>
              </a:rPr>
              <a:t>ve</a:t>
            </a:r>
            <a:r>
              <a:rPr lang="en-US" b="0" i="0" dirty="0">
                <a:solidFill>
                  <a:srgbClr val="273239"/>
                </a:solidFill>
                <a:effectLst/>
              </a:rPr>
              <a:t> or -</a:t>
            </a:r>
            <a:r>
              <a:rPr lang="en-US" b="0" i="0" dirty="0" err="1">
                <a:solidFill>
                  <a:srgbClr val="273239"/>
                </a:solidFill>
                <a:effectLst/>
              </a:rPr>
              <a:t>ve</a:t>
            </a:r>
            <a:r>
              <a:rPr lang="en-US" b="0" i="0" dirty="0">
                <a:solidFill>
                  <a:srgbClr val="273239"/>
                </a:solidFill>
                <a:effectLst/>
              </a:rPr>
              <a:t>) can be represented in one of three ways: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</a:rPr>
              <a:t>Sign-Magnitude form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US" b="0" i="0" dirty="0">
                <a:solidFill>
                  <a:srgbClr val="273239"/>
                </a:solidFill>
                <a:effectLst/>
              </a:rPr>
              <a:t>1’s complement form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US" b="0" i="0" dirty="0">
                <a:solidFill>
                  <a:srgbClr val="273239"/>
                </a:solidFill>
                <a:effectLst/>
              </a:rPr>
              <a:t>2’s complement form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834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Fixed Point Representation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255541" y="1297744"/>
            <a:ext cx="663291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Fixed point representation allows for efficient arithmetic operations in hardware.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is used in applications where precision and speed are critical, like embedded systems.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fixed point representation helps in optimizing resource utilization.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Advantages of Fixed Point Representation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512277" y="1466557"/>
            <a:ext cx="611944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provides more predictable performance compared to floating point representation.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Fixed point numbers typically require less memory and processing power.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representation can be more straightforward for certain numerical operations.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Disadvantages of Fixed Point Representation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575581" y="1438421"/>
            <a:ext cx="599283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Fixed point representation has a limited range of values it can represent.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can lead to overflow or underflow errors if calculations exceed the predefined limits.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precision is also limited compared to floating point representation.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Applications of Fixed Point Representation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484141" y="1410287"/>
            <a:ext cx="617571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Fixed point representation is widely used in digital signal processing (DSP).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is also prevalent in graphics processing where high-speed calculations are essential.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Many embedded systems rely on fixed point representation for efficiency.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Comparison with Floating Point Representation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410286" y="1389184"/>
            <a:ext cx="632342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Fixed point representation is less flexible than floating point for a wide range of values.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Floating point can handle much larger numbers and offers greater precision.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However, fixed point can often execute faster due to simpler hardware requirements.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Trends in Fixed Point Representation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953086" y="1339948"/>
            <a:ext cx="723782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As technology evolves, fixed point representation may see enhancements in precision and efficiency.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New algorithms may emerge to optimize the use of fixed point in various applications.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integration of fixed point representation in machine learning and AI is an exciting frontier.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012874" y="1276643"/>
            <a:ext cx="71182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Fixed point representation is a vital concept in computer organization and architecture.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offers a balance between performance and precision, especially in resource-constrained environments.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fixed point is essential for developers working in embedded systems and DSP applications.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Feel free to adjust or expand upon any of the slides according to your specific needs!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513</Words>
  <Application>Microsoft Office PowerPoint</Application>
  <PresentationFormat>On-screen Show (16:9)</PresentationFormat>
  <Paragraphs>88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Fixed Point Representation In Computer Organisation And Architecture</dc:title>
  <dc:subject>Fixed Point Representation In Computer Organisation And Architecture</dc:subject>
  <dc:creator>SlideMake.com</dc:creator>
  <cp:lastModifiedBy>Sai Goutham Chatakonda</cp:lastModifiedBy>
  <cp:revision>2</cp:revision>
  <dcterms:created xsi:type="dcterms:W3CDTF">2025-02-17T14:35:39Z</dcterms:created>
  <dcterms:modified xsi:type="dcterms:W3CDTF">2025-02-17T16:02:11Z</dcterms:modified>
</cp:coreProperties>
</file>